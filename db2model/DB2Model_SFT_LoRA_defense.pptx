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ROUTE 3B</c:v>
                  </c:pt>
                  <c:pt idx="3">
                    <c:v>lora 3B</c:v>
                  </c:pt>
                  <c:pt idx="4">
                    <c:v>baseline 7B</c:v>
                  </c:pt>
                  <c:pt idx="5">
                    <c:v>ROUTE 7B</c:v>
                  </c:pt>
                  <c:pt idx="6">
                    <c:v>lora 7B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5.49</c:v>
                </c:pt>
                <c:pt idx="1">
                  <c:v>24.18</c:v>
                </c:pt>
                <c:pt idx="2">
                  <c:v>28.57</c:v>
                </c:pt>
                <c:pt idx="3">
                  <c:v>30.77</c:v>
                </c:pt>
                <c:pt idx="4">
                  <c:v>30.77</c:v>
                </c:pt>
                <c:pt idx="5">
                  <c:v>39.56</c:v>
                </c:pt>
                <c:pt idx="6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обучающих пар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Летняя практика · DeepPavlov / МФТИ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о базе — в весах модели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SFT/LoRA: дообучаем компактную модель под конкретную PostgreSQL-базу,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на инференсе не подавать схему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62362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для адаптера пишет учитель, а отбирает их база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генерирует пары «вопрос — SQL», база оставляет только исполнимые, и уже на них дообучается адаптер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схема, ключи, статистика, примеры значений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770632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07792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Qwen-27B пишет пары «вопрос → SQL»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084064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21224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только SQL, что исполнился на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7397496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2491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34656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дообучаем адаптер на чистых парах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1752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8"/>
          <p:cNvSpPr/>
          <p:nvPr/>
        </p:nvSpPr>
        <p:spPr>
          <a:xfrm>
            <a:off x="9710928" y="2468880"/>
            <a:ext cx="1993392" cy="228600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33304" y="272491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433304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02368" y="340156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48088" y="3840480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на 91 вопросе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для сравнения — та же модель, но со схемой в промпте.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же вопрос — 90 токенов вместо 288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токенайзером Qwen тот же промпт, что уходит на инференсе (measure_tokens.py)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Чтобы число было честным, мы берём ровно тот промпт, который уходит модели на инференсе — ту же функцию build_prompt. Дальше токенизируем его самой Qwen2.5-Coder через её chat-template, а не сторонним токенайзером. На каждый вопрос приходится один вызов модели, поэтому за бюджет берём его длину и усредняем по всем 91 вопросу.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84632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Разница получается примерно втрое — именно столько контекста мы экономим на каждом запросе. Небольшой разброс у schema-less объясняется только тем, что вопросы бывают разной длины.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196596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(наш арм)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48716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a PostgreSQL expert…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SQL.  +  вопрос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424160" y="23317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583680" y="384048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(схема в контексте)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12280" y="43616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…то же  +  Schema: table(col type,…)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вопрос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241280" y="42062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288.2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обгоняет контекст на 10 пунктов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7B: адаптер без схемы против baseline со схемой в промпте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41.0%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685800" y="3794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accuracy, 7B, без схемы в промпте (± 1.4 по 3 сидам)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66560" y="214884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(7B, схема в промпте)</a:t>
            </a:r>
            <a:endParaRPr lang="en-US" sz="1300" dirty="0"/>
          </a:p>
          <a:p>
            <a:pPr indent="0" marL="0">
              <a:lnSpc>
                <a:spcPts val="2000"/>
              </a:lnSpc>
              <a:spcAft>
                <a:spcPts val="1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30.8% EX      ~288 токенов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адаптер (7B, schema-less)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41.0% EX      ~90 токенов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43434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п.п. точнее и втрое короче контекст. Та же модель без схемы и без адаптера (zeroshot) даёт лишь 5.5% — значит прирост от обучения, а не от базовой модели.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Адаптер без схемы точнее baseline на обоих размерах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конфигурации на одном наборе из 91 вопроса; для адаптеров — среднее по трём сидам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2011680"/>
          <a:ext cx="74066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046720" y="237744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обоих размерах адаптер без схемы оказался точнее, чем baseline со схемой в промпте: он прибавляет 6.6 пункта на модели 3B и 10.3 пункта на 7B.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0" y="41148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Мультизадачность (ROUTE) мы проверили тоже на обоих размерах — она даёт 28.6% на 3B и 39.6% на 7B. В обоих случаях это остаётся в пределах разброса обычного адаптера, так что заметного выигрыша она не приносит.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упирается в объём данных, а не в потолок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в зависимости от числа обучающих пар (target 3B)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01168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046720" y="265176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растёт с 9.9 до 27.8% при росте набора в 23 раза — кривая ещё не вышла на плато. Это самый надёжный рычаг: данных нужно больше.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проверенных идей подтвердились только две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Помогает объём данных, а обучение с рассуждениями наоборот вредит; остальное осталось в пределах шума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57400"/>
          <a:ext cx="112471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31520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получилось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Больше обучающих данных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Точность стабильно растёт вместе с объёмом обучающих пар и пока не выходит на плато — это подтверждённый эффект.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Обучение с рассуждениями (reasoning)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Наоборот вредит: модель начинает хуже помнить схему и теряет около десяти пунктов точности.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Мультизадачность (ROUTE)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обоих размерах даёт примерно тот же результат, что обычный адаптер (28.6% на 3B и 39.6% на 7B), поэтому мы её отключили.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Более сильный учитель и фильтр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Разница держится внутри шума, так что отдельный вклад этих факторов доказать не удалось.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отдаёт готовый SQL по живой базе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прогон smoke-теста: вопрос → адаптер (без схемы) → SQL → результат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1247120" cy="3703320"/>
          </a:xfrm>
          <a:prstGeom prst="roundRect">
            <a:avLst>
              <a:gd name="adj" fmla="val 988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0848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· schema-less арм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            </a:t>
            </a:r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вопрос: сколько всего счетов?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65960" y="2852928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COUNT(account_id) FROM account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65960" y="3163824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538728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toxicology           </a:t>
            </a:r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вопрос: какие бывают типы связей?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65960" y="3877056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bond_type FROM bond LIMIT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65960" y="4187952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строки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562856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codebase_community   </a:t>
            </a:r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вопрос: сколько пользователей?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65960" y="4901184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 FROM users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65960" y="5212080"/>
            <a:ext cx="9509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40325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Схему в промпт не подавали — 3 из 3. Базовая модель со схемой на codebase_community ошиблась в имени колонки userid (2 из 3).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— лучший баланс точности и контекста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ветки на одном split (91 вопрос); выделен лучший результат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токены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874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одной базы знание в весах выигрывает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280160" y="2377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EX при 90 токенах — точнее и короче по контексту, чем baseline со схемой и чем graph-RAG.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8016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полезен, когда переобучать нельзя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80160" y="3886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 поднимает точность, но увеличивает контекст; хорош там, где под каждую базу не дообучишься.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воспроизводим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8016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MCP-сервер и скрипт, который считает всю таблицу заново одной командой.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SFT/LoRA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2026-08-24T13:58:12Z</dcterms:created>
  <dcterms:modified xsi:type="dcterms:W3CDTF">2026-08-24T13:58:12Z</dcterms:modified>
</cp:coreProperties>
</file>